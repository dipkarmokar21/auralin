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AN Mon Cheri" charset="1" panose="00000000000000000000"/>
      <p:regular r:id="rId20"/>
    </p:embeddedFont>
    <p:embeddedFont>
      <p:font typeface="Lora Bold" charset="1" panose="00000800000000000000"/>
      <p:regular r:id="rId21"/>
    </p:embeddedFont>
    <p:embeddedFont>
      <p:font typeface="Lora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4016" y="3667716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667716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999185" y="589982"/>
            <a:ext cx="12131305" cy="8912621"/>
            <a:chOff x="0" y="0"/>
            <a:chExt cx="1211181" cy="889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1181" cy="889830"/>
            </a:xfrm>
            <a:custGeom>
              <a:avLst/>
              <a:gdLst/>
              <a:ahLst/>
              <a:cxnLst/>
              <a:rect r="r" b="b" t="t" l="l"/>
              <a:pathLst>
                <a:path h="889830" w="1211181">
                  <a:moveTo>
                    <a:pt x="605591" y="0"/>
                  </a:moveTo>
                  <a:cubicBezTo>
                    <a:pt x="271132" y="0"/>
                    <a:pt x="0" y="199195"/>
                    <a:pt x="0" y="444915"/>
                  </a:cubicBezTo>
                  <a:cubicBezTo>
                    <a:pt x="0" y="690635"/>
                    <a:pt x="271132" y="889830"/>
                    <a:pt x="605591" y="889830"/>
                  </a:cubicBezTo>
                  <a:cubicBezTo>
                    <a:pt x="940049" y="889830"/>
                    <a:pt x="1211181" y="690635"/>
                    <a:pt x="1211181" y="444915"/>
                  </a:cubicBezTo>
                  <a:cubicBezTo>
                    <a:pt x="1211181" y="199195"/>
                    <a:pt x="940049" y="0"/>
                    <a:pt x="6055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13548" y="35797"/>
              <a:ext cx="984085" cy="770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425947">
            <a:off x="14038620" y="807041"/>
            <a:ext cx="2556404" cy="3437707"/>
          </a:xfrm>
          <a:custGeom>
            <a:avLst/>
            <a:gdLst/>
            <a:ahLst/>
            <a:cxnLst/>
            <a:rect r="r" b="b" t="t" l="l"/>
            <a:pathLst>
              <a:path h="3437707" w="2556404">
                <a:moveTo>
                  <a:pt x="0" y="0"/>
                </a:moveTo>
                <a:lnTo>
                  <a:pt x="2556405" y="0"/>
                </a:lnTo>
                <a:lnTo>
                  <a:pt x="2556405" y="3437707"/>
                </a:lnTo>
                <a:lnTo>
                  <a:pt x="0" y="343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89537">
            <a:off x="1308984" y="6239033"/>
            <a:ext cx="3380403" cy="2630568"/>
          </a:xfrm>
          <a:custGeom>
            <a:avLst/>
            <a:gdLst/>
            <a:ahLst/>
            <a:cxnLst/>
            <a:rect r="r" b="b" t="t" l="l"/>
            <a:pathLst>
              <a:path h="2630568" w="3380403">
                <a:moveTo>
                  <a:pt x="0" y="0"/>
                </a:moveTo>
                <a:lnTo>
                  <a:pt x="3380403" y="0"/>
                </a:lnTo>
                <a:lnTo>
                  <a:pt x="3380403" y="2630569"/>
                </a:lnTo>
                <a:lnTo>
                  <a:pt x="0" y="2630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3655" y="1577617"/>
            <a:ext cx="2286028" cy="2173805"/>
          </a:xfrm>
          <a:custGeom>
            <a:avLst/>
            <a:gdLst/>
            <a:ahLst/>
            <a:cxnLst/>
            <a:rect r="r" b="b" t="t" l="l"/>
            <a:pathLst>
              <a:path h="2173805" w="2286028">
                <a:moveTo>
                  <a:pt x="0" y="0"/>
                </a:moveTo>
                <a:lnTo>
                  <a:pt x="2286028" y="0"/>
                </a:lnTo>
                <a:lnTo>
                  <a:pt x="2286028" y="2173805"/>
                </a:lnTo>
                <a:lnTo>
                  <a:pt x="0" y="2173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43061" y="7180769"/>
            <a:ext cx="1536269" cy="1444093"/>
          </a:xfrm>
          <a:custGeom>
            <a:avLst/>
            <a:gdLst/>
            <a:ahLst/>
            <a:cxnLst/>
            <a:rect r="r" b="b" t="t" l="l"/>
            <a:pathLst>
              <a:path h="1444093" w="1536269">
                <a:moveTo>
                  <a:pt x="0" y="0"/>
                </a:moveTo>
                <a:lnTo>
                  <a:pt x="1536269" y="0"/>
                </a:lnTo>
                <a:lnTo>
                  <a:pt x="1536269" y="1444093"/>
                </a:lnTo>
                <a:lnTo>
                  <a:pt x="0" y="1444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29582">
            <a:off x="1196104" y="3851585"/>
            <a:ext cx="1023162" cy="1525038"/>
          </a:xfrm>
          <a:custGeom>
            <a:avLst/>
            <a:gdLst/>
            <a:ahLst/>
            <a:cxnLst/>
            <a:rect r="r" b="b" t="t" l="l"/>
            <a:pathLst>
              <a:path h="1525038" w="1023162">
                <a:moveTo>
                  <a:pt x="0" y="0"/>
                </a:moveTo>
                <a:lnTo>
                  <a:pt x="1023161" y="0"/>
                </a:lnTo>
                <a:lnTo>
                  <a:pt x="1023161" y="1525038"/>
                </a:lnTo>
                <a:lnTo>
                  <a:pt x="0" y="15250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06763">
            <a:off x="13908981" y="7862343"/>
            <a:ext cx="1023162" cy="1525038"/>
          </a:xfrm>
          <a:custGeom>
            <a:avLst/>
            <a:gdLst/>
            <a:ahLst/>
            <a:cxnLst/>
            <a:rect r="r" b="b" t="t" l="l"/>
            <a:pathLst>
              <a:path h="1525038" w="1023162">
                <a:moveTo>
                  <a:pt x="0" y="0"/>
                </a:moveTo>
                <a:lnTo>
                  <a:pt x="1023161" y="0"/>
                </a:lnTo>
                <a:lnTo>
                  <a:pt x="1023161" y="1525038"/>
                </a:lnTo>
                <a:lnTo>
                  <a:pt x="0" y="15250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137103">
            <a:off x="16089549" y="4881428"/>
            <a:ext cx="611532" cy="1729762"/>
          </a:xfrm>
          <a:custGeom>
            <a:avLst/>
            <a:gdLst/>
            <a:ahLst/>
            <a:cxnLst/>
            <a:rect r="r" b="b" t="t" l="l"/>
            <a:pathLst>
              <a:path h="1729762" w="611532">
                <a:moveTo>
                  <a:pt x="0" y="0"/>
                </a:moveTo>
                <a:lnTo>
                  <a:pt x="611532" y="0"/>
                </a:lnTo>
                <a:lnTo>
                  <a:pt x="611532" y="1729762"/>
                </a:lnTo>
                <a:lnTo>
                  <a:pt x="0" y="17297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37859" y="2852596"/>
            <a:ext cx="9360149" cy="455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7"/>
              </a:lnSpc>
            </a:pPr>
            <a:r>
              <a:rPr lang="en-US" sz="13770" spc="-344">
                <a:solidFill>
                  <a:srgbClr val="243C62"/>
                </a:solidFill>
                <a:latin typeface="TAN Mon Cheri"/>
                <a:ea typeface="TAN Mon Cheri"/>
                <a:cs typeface="TAN Mon Cheri"/>
                <a:sym typeface="TAN Mon Cheri"/>
              </a:rPr>
              <a:t>DK </a:t>
            </a:r>
            <a:r>
              <a:rPr lang="en-US" sz="13770" spc="-344">
                <a:solidFill>
                  <a:srgbClr val="243C62"/>
                </a:solidFill>
                <a:latin typeface="TAN Mon Cheri"/>
                <a:ea typeface="TAN Mon Cheri"/>
                <a:cs typeface="TAN Mon Cheri"/>
                <a:sym typeface="TAN Mon Cheri"/>
              </a:rPr>
              <a:t>Music</a:t>
            </a:r>
          </a:p>
          <a:p>
            <a:pPr algn="ctr">
              <a:lnSpc>
                <a:spcPts val="18177"/>
              </a:lnSpc>
            </a:pPr>
            <a:r>
              <a:rPr lang="en-US" sz="13770" spc="-344">
                <a:solidFill>
                  <a:srgbClr val="243C62"/>
                </a:solidFill>
                <a:latin typeface="TAN Mon Cheri"/>
                <a:ea typeface="TAN Mon Cheri"/>
                <a:cs typeface="TAN Mon Cheri"/>
                <a:sym typeface="TAN Mon Cheri"/>
              </a:rPr>
              <a:t>Player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37971" y="7454317"/>
            <a:ext cx="6812059" cy="81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4"/>
              </a:lnSpc>
            </a:pPr>
            <a:r>
              <a:rPr lang="en-US" b="true" sz="4810" spc="-96">
                <a:solidFill>
                  <a:srgbClr val="4B412E"/>
                </a:solidFill>
                <a:latin typeface="Lora Bold"/>
                <a:ea typeface="Lora Bold"/>
                <a:cs typeface="Lora Bold"/>
                <a:sym typeface="Lora Bold"/>
              </a:rPr>
              <a:t>Let's</a:t>
            </a:r>
            <a:r>
              <a:rPr lang="en-US" b="true" sz="4810" spc="-96">
                <a:solidFill>
                  <a:srgbClr val="4B412E"/>
                </a:solidFill>
                <a:latin typeface="Lora Bold"/>
                <a:ea typeface="Lora Bold"/>
                <a:cs typeface="Lora Bold"/>
                <a:sym typeface="Lora Bold"/>
              </a:rPr>
              <a:t> sing and play!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1006763">
            <a:off x="8706353" y="552906"/>
            <a:ext cx="1023162" cy="1525038"/>
          </a:xfrm>
          <a:custGeom>
            <a:avLst/>
            <a:gdLst/>
            <a:ahLst/>
            <a:cxnLst/>
            <a:rect r="r" b="b" t="t" l="l"/>
            <a:pathLst>
              <a:path h="1525038" w="1023162">
                <a:moveTo>
                  <a:pt x="0" y="0"/>
                </a:moveTo>
                <a:lnTo>
                  <a:pt x="1023161" y="0"/>
                </a:lnTo>
                <a:lnTo>
                  <a:pt x="1023161" y="1525038"/>
                </a:lnTo>
                <a:lnTo>
                  <a:pt x="0" y="15250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927364" y="9313535"/>
            <a:ext cx="50393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2694" y="78324"/>
            <a:ext cx="3856960" cy="1499293"/>
          </a:xfrm>
          <a:custGeom>
            <a:avLst/>
            <a:gdLst/>
            <a:ahLst/>
            <a:cxnLst/>
            <a:rect r="r" b="b" t="t" l="l"/>
            <a:pathLst>
              <a:path h="1499293" w="3856960">
                <a:moveTo>
                  <a:pt x="0" y="0"/>
                </a:moveTo>
                <a:lnTo>
                  <a:pt x="3856960" y="0"/>
                </a:lnTo>
                <a:lnTo>
                  <a:pt x="3856960" y="1499293"/>
                </a:lnTo>
                <a:lnTo>
                  <a:pt x="0" y="14992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77436">
            <a:off x="16386543" y="2788458"/>
            <a:ext cx="2556404" cy="3437707"/>
          </a:xfrm>
          <a:custGeom>
            <a:avLst/>
            <a:gdLst/>
            <a:ahLst/>
            <a:cxnLst/>
            <a:rect r="r" b="b" t="t" l="l"/>
            <a:pathLst>
              <a:path h="3437707" w="2556404">
                <a:moveTo>
                  <a:pt x="0" y="0"/>
                </a:moveTo>
                <a:lnTo>
                  <a:pt x="2556405" y="0"/>
                </a:lnTo>
                <a:lnTo>
                  <a:pt x="2556405" y="3437708"/>
                </a:lnTo>
                <a:lnTo>
                  <a:pt x="0" y="3437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03409">
            <a:off x="-1181931" y="6654068"/>
            <a:ext cx="3380403" cy="2630568"/>
          </a:xfrm>
          <a:custGeom>
            <a:avLst/>
            <a:gdLst/>
            <a:ahLst/>
            <a:cxnLst/>
            <a:rect r="r" b="b" t="t" l="l"/>
            <a:pathLst>
              <a:path h="2630568" w="3380403">
                <a:moveTo>
                  <a:pt x="0" y="0"/>
                </a:moveTo>
                <a:lnTo>
                  <a:pt x="3380404" y="0"/>
                </a:lnTo>
                <a:lnTo>
                  <a:pt x="3380404" y="2630568"/>
                </a:lnTo>
                <a:lnTo>
                  <a:pt x="0" y="2630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1592" y="3911779"/>
            <a:ext cx="1252555" cy="1191066"/>
          </a:xfrm>
          <a:custGeom>
            <a:avLst/>
            <a:gdLst/>
            <a:ahLst/>
            <a:cxnLst/>
            <a:rect r="r" b="b" t="t" l="l"/>
            <a:pathLst>
              <a:path h="1191066" w="1252555">
                <a:moveTo>
                  <a:pt x="0" y="0"/>
                </a:moveTo>
                <a:lnTo>
                  <a:pt x="1252555" y="0"/>
                </a:lnTo>
                <a:lnTo>
                  <a:pt x="1252555" y="1191066"/>
                </a:lnTo>
                <a:lnTo>
                  <a:pt x="0" y="1191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06763">
            <a:off x="16251320" y="7573927"/>
            <a:ext cx="940668" cy="1402080"/>
          </a:xfrm>
          <a:custGeom>
            <a:avLst/>
            <a:gdLst/>
            <a:ahLst/>
            <a:cxnLst/>
            <a:rect r="r" b="b" t="t" l="l"/>
            <a:pathLst>
              <a:path h="1402080" w="940668">
                <a:moveTo>
                  <a:pt x="0" y="0"/>
                </a:moveTo>
                <a:lnTo>
                  <a:pt x="940668" y="0"/>
                </a:lnTo>
                <a:lnTo>
                  <a:pt x="940668" y="1402080"/>
                </a:lnTo>
                <a:lnTo>
                  <a:pt x="0" y="1402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27592" y="5769626"/>
            <a:ext cx="6494062" cy="2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Presented By: Dip Karmokar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(ID: 251034021)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Department of SWE</a:t>
            </a:r>
          </a:p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Green University of Bangladesh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17754" y="5769626"/>
            <a:ext cx="7778948" cy="2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Presented To: </a:t>
            </a:r>
            <a:r>
              <a:rPr lang="en-US" b="true" sz="31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Mr. Kazi Hasnayeen Emad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(Lecturer)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Department of SWE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Green University of Bangladesh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>
            <a:off x="10023894" y="5514900"/>
            <a:ext cx="0" cy="39061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557696" y="3911779"/>
            <a:ext cx="10140577" cy="53465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1006763">
            <a:off x="973172" y="933644"/>
            <a:ext cx="940668" cy="1402080"/>
          </a:xfrm>
          <a:custGeom>
            <a:avLst/>
            <a:gdLst/>
            <a:ahLst/>
            <a:cxnLst/>
            <a:rect r="r" b="b" t="t" l="l"/>
            <a:pathLst>
              <a:path h="1402080" w="940668">
                <a:moveTo>
                  <a:pt x="0" y="0"/>
                </a:moveTo>
                <a:lnTo>
                  <a:pt x="940669" y="0"/>
                </a:lnTo>
                <a:lnTo>
                  <a:pt x="940669" y="1402080"/>
                </a:lnTo>
                <a:lnTo>
                  <a:pt x="0" y="1402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06763">
            <a:off x="16458215" y="367434"/>
            <a:ext cx="1293859" cy="1928516"/>
          </a:xfrm>
          <a:custGeom>
            <a:avLst/>
            <a:gdLst/>
            <a:ahLst/>
            <a:cxnLst/>
            <a:rect r="r" b="b" t="t" l="l"/>
            <a:pathLst>
              <a:path h="1928516" w="1293859">
                <a:moveTo>
                  <a:pt x="0" y="0"/>
                </a:moveTo>
                <a:lnTo>
                  <a:pt x="1293859" y="0"/>
                </a:lnTo>
                <a:lnTo>
                  <a:pt x="1293859" y="1928516"/>
                </a:lnTo>
                <a:lnTo>
                  <a:pt x="0" y="19285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78538" y="221728"/>
            <a:ext cx="4308701" cy="1674896"/>
          </a:xfrm>
          <a:custGeom>
            <a:avLst/>
            <a:gdLst/>
            <a:ahLst/>
            <a:cxnLst/>
            <a:rect r="r" b="b" t="t" l="l"/>
            <a:pathLst>
              <a:path h="1674896" w="4308701">
                <a:moveTo>
                  <a:pt x="0" y="0"/>
                </a:moveTo>
                <a:lnTo>
                  <a:pt x="4308701" y="0"/>
                </a:lnTo>
                <a:lnTo>
                  <a:pt x="4308701" y="1674896"/>
                </a:lnTo>
                <a:lnTo>
                  <a:pt x="0" y="16748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1006763">
            <a:off x="8862554" y="2403767"/>
            <a:ext cx="940668" cy="1402080"/>
          </a:xfrm>
          <a:custGeom>
            <a:avLst/>
            <a:gdLst/>
            <a:ahLst/>
            <a:cxnLst/>
            <a:rect r="r" b="b" t="t" l="l"/>
            <a:pathLst>
              <a:path h="1402080" w="940668">
                <a:moveTo>
                  <a:pt x="0" y="0"/>
                </a:moveTo>
                <a:lnTo>
                  <a:pt x="940668" y="0"/>
                </a:lnTo>
                <a:lnTo>
                  <a:pt x="940668" y="1402081"/>
                </a:lnTo>
                <a:lnTo>
                  <a:pt x="0" y="1402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975038" y="9344891"/>
            <a:ext cx="5685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21815" y="1535947"/>
            <a:ext cx="13692864" cy="161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07"/>
              </a:lnSpc>
            </a:pPr>
            <a:r>
              <a:rPr lang="en-US" sz="9853" spc="-246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988525" y="7758371"/>
            <a:ext cx="4310949" cy="1443775"/>
            <a:chOff x="0" y="0"/>
            <a:chExt cx="24269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6929" cy="812800"/>
            </a:xfrm>
            <a:custGeom>
              <a:avLst/>
              <a:gdLst/>
              <a:ahLst/>
              <a:cxnLst/>
              <a:rect r="r" b="b" t="t" l="l"/>
              <a:pathLst>
                <a:path h="812800" w="2426929">
                  <a:moveTo>
                    <a:pt x="1213465" y="0"/>
                  </a:moveTo>
                  <a:cubicBezTo>
                    <a:pt x="543287" y="0"/>
                    <a:pt x="0" y="181951"/>
                    <a:pt x="0" y="406400"/>
                  </a:cubicBezTo>
                  <a:cubicBezTo>
                    <a:pt x="0" y="630849"/>
                    <a:pt x="543287" y="812800"/>
                    <a:pt x="1213465" y="812800"/>
                  </a:cubicBezTo>
                  <a:cubicBezTo>
                    <a:pt x="1883643" y="812800"/>
                    <a:pt x="2426929" y="630849"/>
                    <a:pt x="2426929" y="406400"/>
                  </a:cubicBezTo>
                  <a:cubicBezTo>
                    <a:pt x="2426929" y="181951"/>
                    <a:pt x="1883643" y="0"/>
                    <a:pt x="1213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227525" y="28575"/>
              <a:ext cx="197188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743990">
            <a:off x="15677909" y="856280"/>
            <a:ext cx="3908685" cy="3041668"/>
          </a:xfrm>
          <a:custGeom>
            <a:avLst/>
            <a:gdLst/>
            <a:ahLst/>
            <a:cxnLst/>
            <a:rect r="r" b="b" t="t" l="l"/>
            <a:pathLst>
              <a:path h="3041668" w="3908685">
                <a:moveTo>
                  <a:pt x="0" y="0"/>
                </a:moveTo>
                <a:lnTo>
                  <a:pt x="3908685" y="0"/>
                </a:lnTo>
                <a:lnTo>
                  <a:pt x="3908685" y="3041668"/>
                </a:lnTo>
                <a:lnTo>
                  <a:pt x="0" y="3041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28700" y="674661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96191" y="8097539"/>
            <a:ext cx="3898469" cy="68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3"/>
              </a:lnSpc>
            </a:pPr>
            <a:r>
              <a:rPr lang="en-US" b="true" sz="4081" spc="-81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Let’s start!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6475" y="3469713"/>
            <a:ext cx="12535050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-6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DK Music Player is engineered as a Command-Line Interface (CLI) based solution, prioritizing a lightweight, fast, and efficient approach to managing and playing your digital music collection. Unlike many contemporary GUI-based players that can be resource-intensive and cluttered with unnecessary features, DK Music Player offers a streamlined experience directly from your terminal.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51812" y="1642177"/>
            <a:ext cx="1545757" cy="1469874"/>
          </a:xfrm>
          <a:custGeom>
            <a:avLst/>
            <a:gdLst/>
            <a:ahLst/>
            <a:cxnLst/>
            <a:rect r="r" b="b" t="t" l="l"/>
            <a:pathLst>
              <a:path h="1469874" w="1545757">
                <a:moveTo>
                  <a:pt x="0" y="0"/>
                </a:moveTo>
                <a:lnTo>
                  <a:pt x="1545756" y="0"/>
                </a:lnTo>
                <a:lnTo>
                  <a:pt x="1545756" y="1469874"/>
                </a:lnTo>
                <a:lnTo>
                  <a:pt x="0" y="14698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06763">
            <a:off x="15603098" y="7411220"/>
            <a:ext cx="1023162" cy="1525038"/>
          </a:xfrm>
          <a:custGeom>
            <a:avLst/>
            <a:gdLst/>
            <a:ahLst/>
            <a:cxnLst/>
            <a:rect r="r" b="b" t="t" l="l"/>
            <a:pathLst>
              <a:path h="1525038" w="1023162">
                <a:moveTo>
                  <a:pt x="0" y="0"/>
                </a:moveTo>
                <a:lnTo>
                  <a:pt x="1023162" y="0"/>
                </a:lnTo>
                <a:lnTo>
                  <a:pt x="1023162" y="1525038"/>
                </a:lnTo>
                <a:lnTo>
                  <a:pt x="0" y="1525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968192" y="9182100"/>
            <a:ext cx="58221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8970" y="6377966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9599" y="1028700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71272" y="625131"/>
            <a:ext cx="11597433" cy="179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398" spc="-134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Key Features and Functionality</a:t>
            </a:r>
          </a:p>
          <a:p>
            <a:pPr algn="ctr">
              <a:lnSpc>
                <a:spcPts val="725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829582">
            <a:off x="298966" y="1566433"/>
            <a:ext cx="1827260" cy="2723558"/>
          </a:xfrm>
          <a:custGeom>
            <a:avLst/>
            <a:gdLst/>
            <a:ahLst/>
            <a:cxnLst/>
            <a:rect r="r" b="b" t="t" l="l"/>
            <a:pathLst>
              <a:path h="2723558" w="1827260">
                <a:moveTo>
                  <a:pt x="0" y="0"/>
                </a:moveTo>
                <a:lnTo>
                  <a:pt x="1827260" y="0"/>
                </a:lnTo>
                <a:lnTo>
                  <a:pt x="1827260" y="2723559"/>
                </a:lnTo>
                <a:lnTo>
                  <a:pt x="0" y="27235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77637">
            <a:off x="15216771" y="5363439"/>
            <a:ext cx="1111423" cy="3143739"/>
          </a:xfrm>
          <a:custGeom>
            <a:avLst/>
            <a:gdLst/>
            <a:ahLst/>
            <a:cxnLst/>
            <a:rect r="r" b="b" t="t" l="l"/>
            <a:pathLst>
              <a:path h="3143739" w="1111423">
                <a:moveTo>
                  <a:pt x="0" y="0"/>
                </a:moveTo>
                <a:lnTo>
                  <a:pt x="1111423" y="0"/>
                </a:lnTo>
                <a:lnTo>
                  <a:pt x="1111423" y="3143738"/>
                </a:lnTo>
                <a:lnTo>
                  <a:pt x="0" y="3143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9037" y="3482498"/>
            <a:ext cx="13693446" cy="869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306" indent="-431653" lvl="1">
              <a:lnSpc>
                <a:spcPts val="5278"/>
              </a:lnSpc>
              <a:buFont typeface="Arial"/>
              <a:buChar char="•"/>
            </a:pPr>
            <a:r>
              <a:rPr lang="en-US" b="true" sz="3998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Add Songs to Queue.</a:t>
            </a:r>
          </a:p>
          <a:p>
            <a:pPr algn="ctr">
              <a:lnSpc>
                <a:spcPts val="5278"/>
              </a:lnSpc>
            </a:pPr>
          </a:p>
          <a:p>
            <a:pPr algn="ctr" marL="863306" indent="-431653" lvl="1">
              <a:lnSpc>
                <a:spcPts val="5278"/>
              </a:lnSpc>
              <a:buFont typeface="Arial"/>
              <a:buChar char="•"/>
            </a:pPr>
            <a:r>
              <a:rPr lang="en-US" b="true" sz="3998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Playlist Management (Queue - FIFO)</a:t>
            </a:r>
          </a:p>
          <a:p>
            <a:pPr algn="ctr">
              <a:lnSpc>
                <a:spcPts val="5278"/>
              </a:lnSpc>
            </a:pPr>
          </a:p>
          <a:p>
            <a:pPr algn="ctr" marL="863306" indent="-431653" lvl="1">
              <a:lnSpc>
                <a:spcPts val="5278"/>
              </a:lnSpc>
              <a:buFont typeface="Arial"/>
              <a:buChar char="•"/>
            </a:pPr>
            <a:r>
              <a:rPr lang="en-US" b="true" sz="3998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Playback History (Stack - LIFO)</a:t>
            </a:r>
          </a:p>
          <a:p>
            <a:pPr algn="ctr">
              <a:lnSpc>
                <a:spcPts val="5278"/>
              </a:lnSpc>
            </a:pPr>
          </a:p>
          <a:p>
            <a:pPr algn="ctr" marL="863306" indent="-431653" lvl="1">
              <a:lnSpc>
                <a:spcPts val="5278"/>
              </a:lnSpc>
              <a:buFont typeface="Arial"/>
              <a:buChar char="•"/>
            </a:pPr>
            <a:r>
              <a:rPr lang="en-US" b="true" sz="3998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Pause &amp; Resume</a:t>
            </a:r>
          </a:p>
          <a:p>
            <a:pPr algn="ctr">
              <a:lnSpc>
                <a:spcPts val="5278"/>
              </a:lnSpc>
            </a:pPr>
          </a:p>
          <a:p>
            <a:pPr algn="ctr" marL="863306" indent="-431653" lvl="1">
              <a:lnSpc>
                <a:spcPts val="5278"/>
              </a:lnSpc>
              <a:buFont typeface="Arial"/>
              <a:buChar char="•"/>
            </a:pPr>
            <a:r>
              <a:rPr lang="en-US" b="true" sz="3998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View Queue &amp; History</a:t>
            </a:r>
          </a:p>
          <a:p>
            <a:pPr algn="ctr">
              <a:lnSpc>
                <a:spcPts val="7126"/>
              </a:lnSpc>
            </a:pPr>
          </a:p>
          <a:p>
            <a:pPr algn="ctr">
              <a:lnSpc>
                <a:spcPts val="7126"/>
              </a:lnSpc>
            </a:pPr>
          </a:p>
          <a:p>
            <a:pPr algn="ctr">
              <a:lnSpc>
                <a:spcPts val="712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932665" y="9138687"/>
            <a:ext cx="57566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48093" y="462289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6739" y="7928957"/>
            <a:ext cx="1700987" cy="1617484"/>
          </a:xfrm>
          <a:custGeom>
            <a:avLst/>
            <a:gdLst/>
            <a:ahLst/>
            <a:cxnLst/>
            <a:rect r="r" b="b" t="t" l="l"/>
            <a:pathLst>
              <a:path h="1617484" w="1700987">
                <a:moveTo>
                  <a:pt x="0" y="0"/>
                </a:moveTo>
                <a:lnTo>
                  <a:pt x="1700987" y="0"/>
                </a:lnTo>
                <a:lnTo>
                  <a:pt x="1700987" y="1617484"/>
                </a:lnTo>
                <a:lnTo>
                  <a:pt x="0" y="1617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6763">
            <a:off x="15543705" y="1669983"/>
            <a:ext cx="1058762" cy="1578100"/>
          </a:xfrm>
          <a:custGeom>
            <a:avLst/>
            <a:gdLst/>
            <a:ahLst/>
            <a:cxnLst/>
            <a:rect r="r" b="b" t="t" l="l"/>
            <a:pathLst>
              <a:path h="1578100" w="1058762">
                <a:moveTo>
                  <a:pt x="0" y="0"/>
                </a:moveTo>
                <a:lnTo>
                  <a:pt x="1058761" y="0"/>
                </a:lnTo>
                <a:lnTo>
                  <a:pt x="1058761" y="1578100"/>
                </a:lnTo>
                <a:lnTo>
                  <a:pt x="0" y="1578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029240">
            <a:off x="975362" y="353395"/>
            <a:ext cx="1281813" cy="1910561"/>
          </a:xfrm>
          <a:custGeom>
            <a:avLst/>
            <a:gdLst/>
            <a:ahLst/>
            <a:cxnLst/>
            <a:rect r="r" b="b" t="t" l="l"/>
            <a:pathLst>
              <a:path h="1910561" w="1281813">
                <a:moveTo>
                  <a:pt x="0" y="0"/>
                </a:moveTo>
                <a:lnTo>
                  <a:pt x="1281813" y="0"/>
                </a:lnTo>
                <a:lnTo>
                  <a:pt x="1281813" y="1910561"/>
                </a:lnTo>
                <a:lnTo>
                  <a:pt x="0" y="191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06763">
            <a:off x="757358" y="5498536"/>
            <a:ext cx="1058762" cy="1578100"/>
          </a:xfrm>
          <a:custGeom>
            <a:avLst/>
            <a:gdLst/>
            <a:ahLst/>
            <a:cxnLst/>
            <a:rect r="r" b="b" t="t" l="l"/>
            <a:pathLst>
              <a:path h="1578100" w="1058762">
                <a:moveTo>
                  <a:pt x="1058762" y="0"/>
                </a:moveTo>
                <a:lnTo>
                  <a:pt x="0" y="0"/>
                </a:lnTo>
                <a:lnTo>
                  <a:pt x="0" y="1578101"/>
                </a:lnTo>
                <a:lnTo>
                  <a:pt x="1058762" y="1578101"/>
                </a:lnTo>
                <a:lnTo>
                  <a:pt x="10587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42913" y="448628"/>
            <a:ext cx="7602173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0"/>
              </a:lnSpc>
            </a:pPr>
            <a:r>
              <a:rPr lang="en-US" sz="5400" spc="-135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TOOLS 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2661" y="2635471"/>
            <a:ext cx="3273806" cy="660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88" indent="-431794" lvl="1">
              <a:lnSpc>
                <a:spcPts val="5599"/>
              </a:lnSpc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Py</a:t>
            </a: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thon 3</a:t>
            </a:r>
          </a:p>
          <a:p>
            <a:pPr algn="ctr">
              <a:lnSpc>
                <a:spcPts val="5599"/>
              </a:lnSpc>
            </a:pPr>
          </a:p>
          <a:p>
            <a:pPr algn="ctr" marL="863588" indent="-431794" lvl="1">
              <a:lnSpc>
                <a:spcPts val="5599"/>
              </a:lnSpc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Pygame</a:t>
            </a:r>
          </a:p>
          <a:p>
            <a:pPr algn="ctr">
              <a:lnSpc>
                <a:spcPts val="5599"/>
              </a:lnSpc>
            </a:pPr>
          </a:p>
          <a:p>
            <a:pPr algn="ctr" marL="863588" indent="-431794" lvl="1">
              <a:lnSpc>
                <a:spcPts val="5599"/>
              </a:lnSpc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VS</a:t>
            </a: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Code</a:t>
            </a:r>
          </a:p>
          <a:p>
            <a:pPr algn="ctr">
              <a:lnSpc>
                <a:spcPts val="5599"/>
              </a:lnSpc>
            </a:pPr>
          </a:p>
          <a:p>
            <a:pPr algn="ctr" marL="863588" indent="-431794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Threading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1006763">
            <a:off x="12164976" y="3569356"/>
            <a:ext cx="1058762" cy="1578100"/>
          </a:xfrm>
          <a:custGeom>
            <a:avLst/>
            <a:gdLst/>
            <a:ahLst/>
            <a:cxnLst/>
            <a:rect r="r" b="b" t="t" l="l"/>
            <a:pathLst>
              <a:path h="1578100" w="1058762">
                <a:moveTo>
                  <a:pt x="0" y="0"/>
                </a:moveTo>
                <a:lnTo>
                  <a:pt x="1058762" y="0"/>
                </a:lnTo>
                <a:lnTo>
                  <a:pt x="1058762" y="1578100"/>
                </a:lnTo>
                <a:lnTo>
                  <a:pt x="0" y="1578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91468" y="4358406"/>
            <a:ext cx="1700987" cy="1617484"/>
          </a:xfrm>
          <a:custGeom>
            <a:avLst/>
            <a:gdLst/>
            <a:ahLst/>
            <a:cxnLst/>
            <a:rect r="r" b="b" t="t" l="l"/>
            <a:pathLst>
              <a:path h="1617484" w="1700987">
                <a:moveTo>
                  <a:pt x="0" y="0"/>
                </a:moveTo>
                <a:lnTo>
                  <a:pt x="1700986" y="0"/>
                </a:lnTo>
                <a:lnTo>
                  <a:pt x="1700986" y="1617483"/>
                </a:lnTo>
                <a:lnTo>
                  <a:pt x="0" y="1617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807716" y="9168615"/>
            <a:ext cx="572095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6739" y="7928957"/>
            <a:ext cx="1700987" cy="1617484"/>
          </a:xfrm>
          <a:custGeom>
            <a:avLst/>
            <a:gdLst/>
            <a:ahLst/>
            <a:cxnLst/>
            <a:rect r="r" b="b" t="t" l="l"/>
            <a:pathLst>
              <a:path h="1617484" w="1700987">
                <a:moveTo>
                  <a:pt x="0" y="0"/>
                </a:moveTo>
                <a:lnTo>
                  <a:pt x="1700987" y="0"/>
                </a:lnTo>
                <a:lnTo>
                  <a:pt x="1700987" y="1617484"/>
                </a:lnTo>
                <a:lnTo>
                  <a:pt x="0" y="161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06763">
            <a:off x="15769439" y="519626"/>
            <a:ext cx="1058762" cy="1578100"/>
          </a:xfrm>
          <a:custGeom>
            <a:avLst/>
            <a:gdLst/>
            <a:ahLst/>
            <a:cxnLst/>
            <a:rect r="r" b="b" t="t" l="l"/>
            <a:pathLst>
              <a:path h="1578100" w="1058762">
                <a:moveTo>
                  <a:pt x="0" y="0"/>
                </a:moveTo>
                <a:lnTo>
                  <a:pt x="1058762" y="0"/>
                </a:lnTo>
                <a:lnTo>
                  <a:pt x="1058762" y="1578100"/>
                </a:lnTo>
                <a:lnTo>
                  <a:pt x="0" y="157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29240">
            <a:off x="975362" y="353395"/>
            <a:ext cx="1281813" cy="1910561"/>
          </a:xfrm>
          <a:custGeom>
            <a:avLst/>
            <a:gdLst/>
            <a:ahLst/>
            <a:cxnLst/>
            <a:rect r="r" b="b" t="t" l="l"/>
            <a:pathLst>
              <a:path h="1910561" w="1281813">
                <a:moveTo>
                  <a:pt x="0" y="0"/>
                </a:moveTo>
                <a:lnTo>
                  <a:pt x="1281813" y="0"/>
                </a:lnTo>
                <a:lnTo>
                  <a:pt x="1281813" y="1910561"/>
                </a:lnTo>
                <a:lnTo>
                  <a:pt x="0" y="1910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06763">
            <a:off x="757358" y="5498536"/>
            <a:ext cx="1058762" cy="1578100"/>
          </a:xfrm>
          <a:custGeom>
            <a:avLst/>
            <a:gdLst/>
            <a:ahLst/>
            <a:cxnLst/>
            <a:rect r="r" b="b" t="t" l="l"/>
            <a:pathLst>
              <a:path h="1578100" w="1058762">
                <a:moveTo>
                  <a:pt x="1058762" y="0"/>
                </a:moveTo>
                <a:lnTo>
                  <a:pt x="0" y="0"/>
                </a:lnTo>
                <a:lnTo>
                  <a:pt x="0" y="1578101"/>
                </a:lnTo>
                <a:lnTo>
                  <a:pt x="1058762" y="1578101"/>
                </a:lnTo>
                <a:lnTo>
                  <a:pt x="10587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44500" y="31939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56008" y="448628"/>
            <a:ext cx="9962682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0"/>
              </a:lnSpc>
            </a:pPr>
            <a:r>
              <a:rPr lang="en-US" sz="5400" spc="-135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WHY PYTHON?</a:t>
            </a:r>
          </a:p>
          <a:p>
            <a:pPr algn="ctr">
              <a:lnSpc>
                <a:spcPts val="837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656008" y="2809380"/>
            <a:ext cx="8745872" cy="479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2411" indent="-461205" lvl="1">
              <a:lnSpc>
                <a:spcPts val="5981"/>
              </a:lnSpc>
              <a:buFont typeface="Arial"/>
              <a:buChar char="•"/>
            </a:pPr>
            <a:r>
              <a:rPr lang="en-US" b="true" sz="4272" spc="-1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Readability a</a:t>
            </a:r>
            <a:r>
              <a:rPr lang="en-US" b="true" sz="4272" spc="-1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nd Simplicity</a:t>
            </a:r>
          </a:p>
          <a:p>
            <a:pPr algn="ctr">
              <a:lnSpc>
                <a:spcPts val="5981"/>
              </a:lnSpc>
            </a:pPr>
          </a:p>
          <a:p>
            <a:pPr algn="ctr" marL="922411" indent="-461205" lvl="1">
              <a:lnSpc>
                <a:spcPts val="5981"/>
              </a:lnSpc>
              <a:buFont typeface="Arial"/>
              <a:buChar char="•"/>
            </a:pPr>
            <a:r>
              <a:rPr lang="en-US" b="true" sz="4272" spc="-1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    </a:t>
            </a:r>
            <a:r>
              <a:rPr lang="en-US" b="true" sz="4272" spc="-1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Powerful Built-in Modules &amp; </a:t>
            </a:r>
            <a:r>
              <a:rPr lang="en-US" b="true" sz="4272" spc="-1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Rapid</a:t>
            </a:r>
            <a:r>
              <a:rPr lang="en-US" b="true" sz="4272" spc="-1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Development</a:t>
            </a:r>
          </a:p>
          <a:p>
            <a:pPr algn="ctr">
              <a:lnSpc>
                <a:spcPts val="4785"/>
              </a:lnSpc>
              <a:spcBef>
                <a:spcPct val="0"/>
              </a:spcBef>
            </a:pPr>
          </a:p>
          <a:p>
            <a:pPr algn="ctr">
              <a:lnSpc>
                <a:spcPts val="4785"/>
              </a:lnSpc>
              <a:spcBef>
                <a:spcPct val="0"/>
              </a:spcBef>
            </a:pPr>
          </a:p>
          <a:p>
            <a:pPr algn="ctr">
              <a:lnSpc>
                <a:spcPts val="478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738547" y="8880474"/>
            <a:ext cx="58980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76404" y="497329"/>
            <a:ext cx="11135192" cy="87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5400" spc="-135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objective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9582">
            <a:off x="-114294" y="6244533"/>
            <a:ext cx="1587778" cy="2366607"/>
          </a:xfrm>
          <a:custGeom>
            <a:avLst/>
            <a:gdLst/>
            <a:ahLst/>
            <a:cxnLst/>
            <a:rect r="r" b="b" t="t" l="l"/>
            <a:pathLst>
              <a:path h="2366607" w="1587778">
                <a:moveTo>
                  <a:pt x="0" y="0"/>
                </a:moveTo>
                <a:lnTo>
                  <a:pt x="1587778" y="0"/>
                </a:lnTo>
                <a:lnTo>
                  <a:pt x="1587778" y="2366607"/>
                </a:lnTo>
                <a:lnTo>
                  <a:pt x="0" y="236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77637">
            <a:off x="15873836" y="-36774"/>
            <a:ext cx="980947" cy="2774678"/>
          </a:xfrm>
          <a:custGeom>
            <a:avLst/>
            <a:gdLst/>
            <a:ahLst/>
            <a:cxnLst/>
            <a:rect r="r" b="b" t="t" l="l"/>
            <a:pathLst>
              <a:path h="2774678" w="980947">
                <a:moveTo>
                  <a:pt x="0" y="0"/>
                </a:moveTo>
                <a:lnTo>
                  <a:pt x="980946" y="0"/>
                </a:lnTo>
                <a:lnTo>
                  <a:pt x="980946" y="2774677"/>
                </a:lnTo>
                <a:lnTo>
                  <a:pt x="0" y="2774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8471" y="2794934"/>
            <a:ext cx="16906042" cy="631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88" indent="-431794" lvl="1">
              <a:lnSpc>
                <a:spcPts val="5599"/>
              </a:lnSpc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To design</a:t>
            </a: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a simple and interactive music player using Python that supports essential functions like play, pause, resume, and exit.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 marL="863588" indent="-431794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To manage songs efficiently through a queue and history system for tracking upcoming and previously played tracks.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  <a:p>
            <a:pPr algn="ctr" marL="863588" indent="-431794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To provide a user-friendly experience with a lightweight, command-based interface and non-blocking playback using multithreading.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23370" y="8880474"/>
            <a:ext cx="53593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82">
            <a:off x="-114294" y="6244533"/>
            <a:ext cx="1587778" cy="2366607"/>
          </a:xfrm>
          <a:custGeom>
            <a:avLst/>
            <a:gdLst/>
            <a:ahLst/>
            <a:cxnLst/>
            <a:rect r="r" b="b" t="t" l="l"/>
            <a:pathLst>
              <a:path h="2366607" w="1587778">
                <a:moveTo>
                  <a:pt x="0" y="0"/>
                </a:moveTo>
                <a:lnTo>
                  <a:pt x="1587778" y="0"/>
                </a:lnTo>
                <a:lnTo>
                  <a:pt x="1587778" y="2366607"/>
                </a:lnTo>
                <a:lnTo>
                  <a:pt x="0" y="236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77637">
            <a:off x="15873836" y="-36774"/>
            <a:ext cx="980947" cy="2774678"/>
          </a:xfrm>
          <a:custGeom>
            <a:avLst/>
            <a:gdLst/>
            <a:ahLst/>
            <a:cxnLst/>
            <a:rect r="r" b="b" t="t" l="l"/>
            <a:pathLst>
              <a:path h="2774678" w="980947">
                <a:moveTo>
                  <a:pt x="0" y="0"/>
                </a:moveTo>
                <a:lnTo>
                  <a:pt x="980946" y="0"/>
                </a:lnTo>
                <a:lnTo>
                  <a:pt x="980946" y="2774677"/>
                </a:lnTo>
                <a:lnTo>
                  <a:pt x="0" y="2774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89171" y="2715347"/>
            <a:ext cx="11819712" cy="6542953"/>
          </a:xfrm>
          <a:custGeom>
            <a:avLst/>
            <a:gdLst/>
            <a:ahLst/>
            <a:cxnLst/>
            <a:rect r="r" b="b" t="t" l="l"/>
            <a:pathLst>
              <a:path h="6542953" w="11819712">
                <a:moveTo>
                  <a:pt x="0" y="0"/>
                </a:moveTo>
                <a:lnTo>
                  <a:pt x="11819712" y="0"/>
                </a:lnTo>
                <a:lnTo>
                  <a:pt x="11819712" y="6542953"/>
                </a:lnTo>
                <a:lnTo>
                  <a:pt x="0" y="65429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30" r="-4065" b="-260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5135" y="470836"/>
            <a:ext cx="11135192" cy="87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5400" spc="-135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sys</a:t>
            </a:r>
            <a:r>
              <a:rPr lang="en-US" sz="5400" spc="-135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tem 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99973" y="9043150"/>
            <a:ext cx="58831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82">
            <a:off x="-114294" y="6244533"/>
            <a:ext cx="1587778" cy="2366607"/>
          </a:xfrm>
          <a:custGeom>
            <a:avLst/>
            <a:gdLst/>
            <a:ahLst/>
            <a:cxnLst/>
            <a:rect r="r" b="b" t="t" l="l"/>
            <a:pathLst>
              <a:path h="2366607" w="1587778">
                <a:moveTo>
                  <a:pt x="0" y="0"/>
                </a:moveTo>
                <a:lnTo>
                  <a:pt x="1587778" y="0"/>
                </a:lnTo>
                <a:lnTo>
                  <a:pt x="1587778" y="2366607"/>
                </a:lnTo>
                <a:lnTo>
                  <a:pt x="0" y="236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77637">
            <a:off x="16446562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582">
            <a:off x="8989375" y="475238"/>
            <a:ext cx="1060257" cy="1580329"/>
          </a:xfrm>
          <a:custGeom>
            <a:avLst/>
            <a:gdLst/>
            <a:ahLst/>
            <a:cxnLst/>
            <a:rect r="r" b="b" t="t" l="l"/>
            <a:pathLst>
              <a:path h="1580329" w="1060257">
                <a:moveTo>
                  <a:pt x="0" y="0"/>
                </a:moveTo>
                <a:lnTo>
                  <a:pt x="1060257" y="0"/>
                </a:lnTo>
                <a:lnTo>
                  <a:pt x="1060257" y="1580329"/>
                </a:lnTo>
                <a:lnTo>
                  <a:pt x="0" y="1580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77637">
            <a:off x="810924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27042" y="2379548"/>
            <a:ext cx="12184924" cy="6727209"/>
          </a:xfrm>
          <a:custGeom>
            <a:avLst/>
            <a:gdLst/>
            <a:ahLst/>
            <a:cxnLst/>
            <a:rect r="r" b="b" t="t" l="l"/>
            <a:pathLst>
              <a:path h="6727209" w="12184924">
                <a:moveTo>
                  <a:pt x="0" y="0"/>
                </a:moveTo>
                <a:lnTo>
                  <a:pt x="12184924" y="0"/>
                </a:lnTo>
                <a:lnTo>
                  <a:pt x="12184924" y="6727209"/>
                </a:lnTo>
                <a:lnTo>
                  <a:pt x="0" y="67272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3" t="0" r="-353" b="-856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22785" y="8880474"/>
            <a:ext cx="583704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-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82">
            <a:off x="-114294" y="6244533"/>
            <a:ext cx="1587778" cy="2366607"/>
          </a:xfrm>
          <a:custGeom>
            <a:avLst/>
            <a:gdLst/>
            <a:ahLst/>
            <a:cxnLst/>
            <a:rect r="r" b="b" t="t" l="l"/>
            <a:pathLst>
              <a:path h="2366607" w="1587778">
                <a:moveTo>
                  <a:pt x="0" y="0"/>
                </a:moveTo>
                <a:lnTo>
                  <a:pt x="1587778" y="0"/>
                </a:lnTo>
                <a:lnTo>
                  <a:pt x="1587778" y="2366607"/>
                </a:lnTo>
                <a:lnTo>
                  <a:pt x="0" y="236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77637">
            <a:off x="16446562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582">
            <a:off x="8989375" y="475238"/>
            <a:ext cx="1060257" cy="1580329"/>
          </a:xfrm>
          <a:custGeom>
            <a:avLst/>
            <a:gdLst/>
            <a:ahLst/>
            <a:cxnLst/>
            <a:rect r="r" b="b" t="t" l="l"/>
            <a:pathLst>
              <a:path h="1580329" w="1060257">
                <a:moveTo>
                  <a:pt x="0" y="0"/>
                </a:moveTo>
                <a:lnTo>
                  <a:pt x="1060257" y="0"/>
                </a:lnTo>
                <a:lnTo>
                  <a:pt x="1060257" y="1580329"/>
                </a:lnTo>
                <a:lnTo>
                  <a:pt x="0" y="1580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77637">
            <a:off x="810924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15220" y="2563696"/>
            <a:ext cx="12025108" cy="6450675"/>
          </a:xfrm>
          <a:custGeom>
            <a:avLst/>
            <a:gdLst/>
            <a:ahLst/>
            <a:cxnLst/>
            <a:rect r="r" b="b" t="t" l="l"/>
            <a:pathLst>
              <a:path h="6450675" w="12025108">
                <a:moveTo>
                  <a:pt x="0" y="0"/>
                </a:moveTo>
                <a:lnTo>
                  <a:pt x="12025107" y="0"/>
                </a:lnTo>
                <a:lnTo>
                  <a:pt x="12025107" y="6450675"/>
                </a:lnTo>
                <a:lnTo>
                  <a:pt x="0" y="6450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74" r="-393" b="-1205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19436" y="8938171"/>
            <a:ext cx="50393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82">
            <a:off x="-114294" y="6244533"/>
            <a:ext cx="1587778" cy="2366607"/>
          </a:xfrm>
          <a:custGeom>
            <a:avLst/>
            <a:gdLst/>
            <a:ahLst/>
            <a:cxnLst/>
            <a:rect r="r" b="b" t="t" l="l"/>
            <a:pathLst>
              <a:path h="2366607" w="1587778">
                <a:moveTo>
                  <a:pt x="0" y="0"/>
                </a:moveTo>
                <a:lnTo>
                  <a:pt x="1587778" y="0"/>
                </a:lnTo>
                <a:lnTo>
                  <a:pt x="1587778" y="2366607"/>
                </a:lnTo>
                <a:lnTo>
                  <a:pt x="0" y="236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77637">
            <a:off x="16446562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582">
            <a:off x="16214444" y="4135358"/>
            <a:ext cx="1060257" cy="1580329"/>
          </a:xfrm>
          <a:custGeom>
            <a:avLst/>
            <a:gdLst/>
            <a:ahLst/>
            <a:cxnLst/>
            <a:rect r="r" b="b" t="t" l="l"/>
            <a:pathLst>
              <a:path h="1580329" w="1060257">
                <a:moveTo>
                  <a:pt x="0" y="0"/>
                </a:moveTo>
                <a:lnTo>
                  <a:pt x="1060257" y="0"/>
                </a:lnTo>
                <a:lnTo>
                  <a:pt x="1060257" y="1580329"/>
                </a:lnTo>
                <a:lnTo>
                  <a:pt x="0" y="1580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77637">
            <a:off x="810924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74702" y="1265403"/>
            <a:ext cx="12025108" cy="8229600"/>
          </a:xfrm>
          <a:custGeom>
            <a:avLst/>
            <a:gdLst/>
            <a:ahLst/>
            <a:cxnLst/>
            <a:rect r="r" b="b" t="t" l="l"/>
            <a:pathLst>
              <a:path h="8229600" w="12025108">
                <a:moveTo>
                  <a:pt x="0" y="0"/>
                </a:moveTo>
                <a:lnTo>
                  <a:pt x="12025108" y="0"/>
                </a:lnTo>
                <a:lnTo>
                  <a:pt x="120251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84" r="0" b="-1139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44573" y="8880474"/>
            <a:ext cx="38710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82">
            <a:off x="-114294" y="6244533"/>
            <a:ext cx="1587778" cy="2366607"/>
          </a:xfrm>
          <a:custGeom>
            <a:avLst/>
            <a:gdLst/>
            <a:ahLst/>
            <a:cxnLst/>
            <a:rect r="r" b="b" t="t" l="l"/>
            <a:pathLst>
              <a:path h="2366607" w="1587778">
                <a:moveTo>
                  <a:pt x="0" y="0"/>
                </a:moveTo>
                <a:lnTo>
                  <a:pt x="1587778" y="0"/>
                </a:lnTo>
                <a:lnTo>
                  <a:pt x="1587778" y="2366607"/>
                </a:lnTo>
                <a:lnTo>
                  <a:pt x="0" y="2366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77637">
            <a:off x="16446562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582">
            <a:off x="16214444" y="4135358"/>
            <a:ext cx="1060257" cy="1580329"/>
          </a:xfrm>
          <a:custGeom>
            <a:avLst/>
            <a:gdLst/>
            <a:ahLst/>
            <a:cxnLst/>
            <a:rect r="r" b="b" t="t" l="l"/>
            <a:pathLst>
              <a:path h="1580329" w="1060257">
                <a:moveTo>
                  <a:pt x="0" y="0"/>
                </a:moveTo>
                <a:lnTo>
                  <a:pt x="1060257" y="0"/>
                </a:lnTo>
                <a:lnTo>
                  <a:pt x="1060257" y="1580329"/>
                </a:lnTo>
                <a:lnTo>
                  <a:pt x="0" y="1580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77637">
            <a:off x="810924" y="210702"/>
            <a:ext cx="745748" cy="2109402"/>
          </a:xfrm>
          <a:custGeom>
            <a:avLst/>
            <a:gdLst/>
            <a:ahLst/>
            <a:cxnLst/>
            <a:rect r="r" b="b" t="t" l="l"/>
            <a:pathLst>
              <a:path h="2109402" w="745748">
                <a:moveTo>
                  <a:pt x="0" y="0"/>
                </a:moveTo>
                <a:lnTo>
                  <a:pt x="745748" y="0"/>
                </a:lnTo>
                <a:lnTo>
                  <a:pt x="745748" y="2109402"/>
                </a:lnTo>
                <a:lnTo>
                  <a:pt x="0" y="21094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43467" y="413457"/>
            <a:ext cx="13097504" cy="9873543"/>
          </a:xfrm>
          <a:custGeom>
            <a:avLst/>
            <a:gdLst/>
            <a:ahLst/>
            <a:cxnLst/>
            <a:rect r="r" b="b" t="t" l="l"/>
            <a:pathLst>
              <a:path h="9873543" w="13097504">
                <a:moveTo>
                  <a:pt x="0" y="0"/>
                </a:moveTo>
                <a:lnTo>
                  <a:pt x="13097504" y="0"/>
                </a:lnTo>
                <a:lnTo>
                  <a:pt x="13097504" y="9873543"/>
                </a:lnTo>
                <a:lnTo>
                  <a:pt x="0" y="98735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446" r="-12107" b="-943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96481" y="8880474"/>
            <a:ext cx="45169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741" y="-454684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6319" y="8002515"/>
            <a:ext cx="9508016" cy="3440173"/>
          </a:xfrm>
          <a:custGeom>
            <a:avLst/>
            <a:gdLst/>
            <a:ahLst/>
            <a:cxnLst/>
            <a:rect r="r" b="b" t="t" l="l"/>
            <a:pathLst>
              <a:path h="3440173" w="9508016">
                <a:moveTo>
                  <a:pt x="0" y="0"/>
                </a:moveTo>
                <a:lnTo>
                  <a:pt x="9508016" y="0"/>
                </a:lnTo>
                <a:lnTo>
                  <a:pt x="9508016" y="3440173"/>
                </a:lnTo>
                <a:lnTo>
                  <a:pt x="0" y="3440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9582">
            <a:off x="-30573" y="8463868"/>
            <a:ext cx="1153069" cy="1718667"/>
          </a:xfrm>
          <a:custGeom>
            <a:avLst/>
            <a:gdLst/>
            <a:ahLst/>
            <a:cxnLst/>
            <a:rect r="r" b="b" t="t" l="l"/>
            <a:pathLst>
              <a:path h="1718667" w="1153069">
                <a:moveTo>
                  <a:pt x="0" y="0"/>
                </a:moveTo>
                <a:lnTo>
                  <a:pt x="1153069" y="0"/>
                </a:lnTo>
                <a:lnTo>
                  <a:pt x="1153069" y="1718666"/>
                </a:lnTo>
                <a:lnTo>
                  <a:pt x="0" y="1718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77637">
            <a:off x="16487645" y="205543"/>
            <a:ext cx="681034" cy="1926353"/>
          </a:xfrm>
          <a:custGeom>
            <a:avLst/>
            <a:gdLst/>
            <a:ahLst/>
            <a:cxnLst/>
            <a:rect r="r" b="b" t="t" l="l"/>
            <a:pathLst>
              <a:path h="1926353" w="681034">
                <a:moveTo>
                  <a:pt x="0" y="0"/>
                </a:moveTo>
                <a:lnTo>
                  <a:pt x="681034" y="0"/>
                </a:lnTo>
                <a:lnTo>
                  <a:pt x="681034" y="1926353"/>
                </a:lnTo>
                <a:lnTo>
                  <a:pt x="0" y="192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29582">
            <a:off x="12178472" y="89293"/>
            <a:ext cx="912121" cy="1359530"/>
          </a:xfrm>
          <a:custGeom>
            <a:avLst/>
            <a:gdLst/>
            <a:ahLst/>
            <a:cxnLst/>
            <a:rect r="r" b="b" t="t" l="l"/>
            <a:pathLst>
              <a:path h="1359530" w="912121">
                <a:moveTo>
                  <a:pt x="0" y="0"/>
                </a:moveTo>
                <a:lnTo>
                  <a:pt x="912121" y="0"/>
                </a:lnTo>
                <a:lnTo>
                  <a:pt x="912121" y="1359530"/>
                </a:lnTo>
                <a:lnTo>
                  <a:pt x="0" y="135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77637">
            <a:off x="852007" y="205543"/>
            <a:ext cx="681034" cy="1926353"/>
          </a:xfrm>
          <a:custGeom>
            <a:avLst/>
            <a:gdLst/>
            <a:ahLst/>
            <a:cxnLst/>
            <a:rect r="r" b="b" t="t" l="l"/>
            <a:pathLst>
              <a:path h="1926353" w="681034">
                <a:moveTo>
                  <a:pt x="0" y="0"/>
                </a:moveTo>
                <a:lnTo>
                  <a:pt x="681033" y="0"/>
                </a:lnTo>
                <a:lnTo>
                  <a:pt x="681033" y="1926353"/>
                </a:lnTo>
                <a:lnTo>
                  <a:pt x="0" y="192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989635" y="8880474"/>
            <a:ext cx="465386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5333" y="354811"/>
            <a:ext cx="4169122" cy="91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 spc="-134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c</a:t>
            </a:r>
            <a:r>
              <a:rPr lang="en-US" sz="5399" spc="-134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23783"/>
            <a:ext cx="16426320" cy="561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The project demonstrates h</a:t>
            </a: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ow fundamental data structures like Queue (for upcoming songs) and Stack (for recently played history) can be applied in real-world applications. By combining these with multithreading and simple commands, the system offers an efficient and user-friendly music experience. Overall, the project “DK Music Player” achieves its goal of being a lightweight and interactive music player built in Python.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7568" y="3740463"/>
            <a:ext cx="13692864" cy="1884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3"/>
              </a:lnSpc>
            </a:pPr>
            <a:r>
              <a:rPr lang="en-US" sz="9853" spc="-246">
                <a:solidFill>
                  <a:srgbClr val="000000"/>
                </a:solidFill>
                <a:latin typeface="TAN Mon Cheri"/>
                <a:ea typeface="TAN Mon Cheri"/>
                <a:cs typeface="TAN Mon Cheri"/>
                <a:sym typeface="TAN Mon Cheri"/>
              </a:rPr>
              <a:t>THANK  YOU 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17316" y="7663799"/>
            <a:ext cx="1837077" cy="1746893"/>
          </a:xfrm>
          <a:custGeom>
            <a:avLst/>
            <a:gdLst/>
            <a:ahLst/>
            <a:cxnLst/>
            <a:rect r="r" b="b" t="t" l="l"/>
            <a:pathLst>
              <a:path h="1746893" w="1837077">
                <a:moveTo>
                  <a:pt x="0" y="0"/>
                </a:moveTo>
                <a:lnTo>
                  <a:pt x="1837077" y="0"/>
                </a:lnTo>
                <a:lnTo>
                  <a:pt x="1837077" y="1746893"/>
                </a:lnTo>
                <a:lnTo>
                  <a:pt x="0" y="1746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06763">
            <a:off x="1408331" y="5479927"/>
            <a:ext cx="1143470" cy="1704359"/>
          </a:xfrm>
          <a:custGeom>
            <a:avLst/>
            <a:gdLst/>
            <a:ahLst/>
            <a:cxnLst/>
            <a:rect r="r" b="b" t="t" l="l"/>
            <a:pathLst>
              <a:path h="1704359" w="1143470">
                <a:moveTo>
                  <a:pt x="1143470" y="0"/>
                </a:moveTo>
                <a:lnTo>
                  <a:pt x="0" y="0"/>
                </a:lnTo>
                <a:lnTo>
                  <a:pt x="0" y="1704359"/>
                </a:lnTo>
                <a:lnTo>
                  <a:pt x="1143470" y="1704359"/>
                </a:lnTo>
                <a:lnTo>
                  <a:pt x="11434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0281" y="6006220"/>
            <a:ext cx="2980361" cy="2980361"/>
          </a:xfrm>
          <a:custGeom>
            <a:avLst/>
            <a:gdLst/>
            <a:ahLst/>
            <a:cxnLst/>
            <a:rect r="r" b="b" t="t" l="l"/>
            <a:pathLst>
              <a:path h="2980361" w="2980361">
                <a:moveTo>
                  <a:pt x="0" y="0"/>
                </a:moveTo>
                <a:lnTo>
                  <a:pt x="2980361" y="0"/>
                </a:lnTo>
                <a:lnTo>
                  <a:pt x="2980361" y="2980360"/>
                </a:lnTo>
                <a:lnTo>
                  <a:pt x="0" y="2980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89537">
            <a:off x="702774" y="855073"/>
            <a:ext cx="2554583" cy="1987930"/>
          </a:xfrm>
          <a:custGeom>
            <a:avLst/>
            <a:gdLst/>
            <a:ahLst/>
            <a:cxnLst/>
            <a:rect r="r" b="b" t="t" l="l"/>
            <a:pathLst>
              <a:path h="1987930" w="2554583">
                <a:moveTo>
                  <a:pt x="0" y="0"/>
                </a:moveTo>
                <a:lnTo>
                  <a:pt x="2554584" y="0"/>
                </a:lnTo>
                <a:lnTo>
                  <a:pt x="2554584" y="1987930"/>
                </a:lnTo>
                <a:lnTo>
                  <a:pt x="0" y="1987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88373">
            <a:off x="15977617" y="1134632"/>
            <a:ext cx="940668" cy="1402080"/>
          </a:xfrm>
          <a:custGeom>
            <a:avLst/>
            <a:gdLst/>
            <a:ahLst/>
            <a:cxnLst/>
            <a:rect r="r" b="b" t="t" l="l"/>
            <a:pathLst>
              <a:path h="1402080" w="940668">
                <a:moveTo>
                  <a:pt x="0" y="0"/>
                </a:moveTo>
                <a:lnTo>
                  <a:pt x="940668" y="0"/>
                </a:lnTo>
                <a:lnTo>
                  <a:pt x="940668" y="1402080"/>
                </a:lnTo>
                <a:lnTo>
                  <a:pt x="0" y="140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49135" y="7663799"/>
            <a:ext cx="1085599" cy="1020463"/>
          </a:xfrm>
          <a:custGeom>
            <a:avLst/>
            <a:gdLst/>
            <a:ahLst/>
            <a:cxnLst/>
            <a:rect r="r" b="b" t="t" l="l"/>
            <a:pathLst>
              <a:path h="1020463" w="1085599">
                <a:moveTo>
                  <a:pt x="0" y="0"/>
                </a:moveTo>
                <a:lnTo>
                  <a:pt x="1085600" y="0"/>
                </a:lnTo>
                <a:lnTo>
                  <a:pt x="1085600" y="1020463"/>
                </a:lnTo>
                <a:lnTo>
                  <a:pt x="0" y="1020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95608" y="9182100"/>
            <a:ext cx="45883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DAGwcO7ftLI</dc:identifier>
  <dcterms:modified xsi:type="dcterms:W3CDTF">2011-08-01T06:04:30Z</dcterms:modified>
  <cp:revision>1</cp:revision>
  <dc:title>Purple and White Illustrative Music Quiz Presentation</dc:title>
</cp:coreProperties>
</file>